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7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Morning After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the Night of Lanterns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job: read the words · press the button · ask “What do you do?”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 the Sea Forgot · the Lantern-Keeper’s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ARRIVES · 10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Pregame checklist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device: close and reopen the app once (the last manual refresh ever)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Session 2 SQL paste (adds The Morning After beat + Tarn &amp; Pip)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 → tap “go here” on The Morning After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queue “the lakes (original version)” — single-repeat ON, autoplay OFF, volume tested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on the stage (ambient). Do NOT show the carnival map until they reach the gate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lantern box: five notes inside, matched to the right lanterns, box closed and hidden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yet.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your buttons live in Run the Night — each scene shows its own.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AT A GLANCE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scenes. One pacing rule.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After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663440" y="160020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Saltmere wakes to no sea · Billy’s reckoning · explore the town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1122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Lantern Box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63440" y="211226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box. Hand each lantern over in silence.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6243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262432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Twins · one honest answer each, out loud — write them down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31363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1363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Midway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63440" y="313639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Snail derby · Billy’s page · the Court’s crates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36484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6484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Grey-Gill’s Tent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63440" y="364845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reads them their own confessions — the heart of the night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160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+ Whispers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663440" y="416052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note · five private visions in the dark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46725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6725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GATES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663440" y="46725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· the lakes · the crossing · Level 2 · blackout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RULE: be walking across the sand by ~90 minutes in. Running long? End the session AT the gate — the Three Gates (and the song) open Session 3 instead. The song waits for the argument, wherever it happens.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MORNING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Saltmere wakes to no sea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6858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  </a:t>
            </a:r>
            <a:pPr indent="0" marL="0">
              <a:buNone/>
            </a:pPr>
            <a:r>
              <a:rPr lang="en-US" sz="145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“Morning comes grey and wrong. The gulls stand in silent rows along the rooftops, all facing the sand. Where the sea should sound — nothing at all.”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Maddy’s free breakfast — “brawl champions eat on the house, loves”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returns their weapons → everyone re-equips in the Bag (one tap)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breakfast, Griff arrives with the morning’s weight: Tarn → next slide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town is theirs until dusk — “Saltmere’s yours. Where do you go?”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9" name="Text 7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The silence where the sea was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The chapel bell (one soft note)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DO NOT SKIP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Tarn — Billy’s reckoning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brawl: Billy’s bottle shattered across the eyes of Tarn, a netmender. The glass took his sight.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Saltmere’s custom (Griff, gently): no jail, no mob — “the one who broke it sits with it.” The town expects Billy at Net Row.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Tarn: calm hands, dry kindness, ZERO self-pity — which makes it worse. “Sit down, lad. Skip to the end of the apology.”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boy Pip (9): all glare, no words. One real kindness to his da = fiercest ally forever.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is Billy’s to INVENT — coins, an oath, teaching Pip letters. Accept anything sincere. The table watching Billy be sincere IS the scene.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yet —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comes on the next slide, at the twist.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Billy dodges: no punishment, just weather — cold shoulders all day, and Pip follows the party, glaring.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THE TWIST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glitter doesn’t come out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Druid try Cure Wounds: cuts close — but a GLITTER stays in his eyes.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 was prize-stall glass. Carnival glass. Court glass. Say only: “the glitter doesn’t come out.” Explain nothing.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twist — Tarn leans close to Billy: with his eyes dark, he SEES. The wheel of light on the sand. Paper tags on everything.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“There’s one on you, lad. Yours says PENDING.” ← press the button as he says it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eyes: Tarn is now the campaign’s true seer — and one day the Court will offer to sell his sight back, with Billy’s guilt as the lever.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Billy: Tarn’s dark-sight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The Morning After scene)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EXPLORE · ~10 MIN PER STOP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town, part 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a fresh notice nobody remembers posting — “FOUND: one tide. Inquire below.”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LIGHTHOUSE: Wick’s charts — the horizon is eleven feet CLOSER. “The sea didn’t go out. It got SMALLER.”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HARBORMASTER: Griff’s 40 years of tide logs — one page torn out, the week he was eight. He tore it himself, age nine.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CHAPEL: the wave-bell, silent since the tide left. Touched, it gives ONE soft note. Waiting, not broken.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CHANDLERY: sells anything except rope to people “going out there.” Free rope — if they promise, out loud, to come back.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Chapel bell — when someone touches it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EXPLORE · 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town, part 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WIDOW’S WALK: a spyglass and a still-warm cup of tea, owner gone. Through the glass (DC 12): one motionless figure at the carnival gate, facing town. All day.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ROW: a little girl — “The tide’s not lost. It went to the party. It’ll come home when the party’s over.” (She’s right.)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SALT SHED — Peaches’s moment: scratching inside. A moon-grey seal-pup, netted, terrified. It goes still the moment it sees HER.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Freed, it hums THREE NOTES of the sea-song — with the hole in it — then flop-runs for the carnival lights.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Peaches: the shed song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the pup runs for the lights)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OPTIONAL SMALL BATTLES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they want a scrap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STRANDED THINGS — tide pools: three big pale crabs corner a fisher-kid. Giant Crab: AC 15 · HP 13 · +3 · 1d6+1 &amp; grapple.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They’re beached and terrified, not evil — any clever herding plan (DC 10–12) works and earns the town’s awe. The kid names a crab after the hero.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WRECKERS — the stranded boats: two inlanders with prybars. Bandit: AC 12 · HP 11 · +3 · 1d6+1. They scare easily (one look from Freya).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or talk, they leak: “Fella inland pays for carnival glass. Old coins. Weird coins.” — the Court has agents ashore.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👊  Haymaker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🍾  Bottles &amp; furniture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Roll initiative → (go-table)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· IF THE PARTY SPLITS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moments (narrate to that player only)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PEACHES: wet bare footprints cross her path on dry cobbles — mid-stride, they stop. The alligator stares at where they end.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BILLY: a blank page blows against his leg and won’t leave. Faint pencil: a seating chart. One chair circled.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PHILIP: in a shop window, his reflection walks a half-step behind. When he stops dead — it takes one more step.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FREYA: a stranger writing in a small book, watching her. The page: names she’d die for, with sums next to each. He apologizes. He’s gone.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FREYA MOON: every flower turns its head to face her. One in a window box is glass — with a tiny tag. Blank.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 — these are spoken.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close. Say it quietly.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rest of the table see you whisper.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· DUSK · THE MOMENT OF THE NIGHT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Lantern Box — the ritual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6858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  </a:t>
            </a:r>
            <a:pPr indent="0" marL="0">
              <a:buNone/>
            </a:pPr>
            <a:r>
              <a:rPr lang="en-US" sz="145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sun goes down behind the hills, and the carnival lights come UP. And drifting down the streets of Saltmere like they know the way — five paper lanterns. One for each of you.”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words above. Then STOP TALKING.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Bring out the closed box. Set it on the table. Open it slowly.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Hand each player their lantern PERSONALLY, one at a time, in silence. Note attached.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They read their notes — privately. Don’t rush anyone. Let phones stay dark.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When the last note lowers, ask the table, one by one: “Why do you follow yours?”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Their answers are the walk to the sand. Begin 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9" name="Text 7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digital.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moment is paper, hands,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quiet. That’s the power of it.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notes are printed on the companion sheet — cut them out and box them before the session.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· THE WALK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mile of shining sand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stairs → wet sand → the path of reflected light → stranded starfish.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freed the seal-pup: its flipper-tracks run alongside theirs.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QUIET. Short sentences. Let the table hush itself.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upload the carnival map to the stage — the iPad becoming the carnival as they arrive is your reveal.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Stage → Map mode → upload the carnival map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The sea breathes (far away)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· BEAT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of Paper Lanterns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Twins: Brother Hush never speaks — write his slate lines on real scraps of paper and HOLD THEM UP (3–5 words). Sister Hum half-sings everything, trailing off.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toll: ONE honest answer each — asked at your real table, out loud, one player at a time.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ANSWERS DOWN (Notes tab). They are Court paperwork. They return in Act 3.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Slate: “ONE ANSWER. TRUE ONES ONLY.”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Toll bell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 Carnival chime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· BEAT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Games of the Midway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glitters, nothing has a price tag, stall-keeps know their names.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snail derby on their phones — the go-table button.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 stall pays Billy — and among the scrip, a page in his mentor’s hand. The ink looks RECENT.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Sneaking behind the stall: crates addressed THE STILL COURT, BELOW — the same glass that took Tarn’s eyes.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Run the Snail Derby →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Billy: the page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Sparkle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· BEAT 3 · THE HEART OF THE NIGHT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Grandmother Grey-Gill’s tent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gravel voice, shawl pinned high (gills). “You walked in on borrowed feet, child.”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she tries to name the Court: touch your throat, mime bubbles, look afraid. Do it once. Never explain.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five reading whispers ONE AT A TIME — a beat of silence after each. Watch each face.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lockbox (if they snoop): a receipt — RECEIVED: ONE NAME (GREY-GILL).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Peaches: her reading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Billy: his reading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Philip: his reading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Freya: her reading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Freya Moon: her reading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·  💧  between readings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· BEATS 4–5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Carousel, then the dark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the organ plays the sea-song with a HOLE in it. Every glass horse-eye faces the water.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anyone hums the missing note: three seconds of true silence at your table. Count them in your head.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WHISPERS IN THE DARK: the lanterns dim for the midnight show — fire ALL FIVE vision whispers, then let them decide what to share.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these scenes run themselves. Your job is to go slowly.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(on your MacBook)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Peaches: the note is yours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Freya Moon: the pendant stirs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in the dark —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all five visions, one by one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💓  Heartbeat under it all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ENDING · CARNIVAL · FINAL BEAT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Gates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gates: GREEN lanterns &amp; moss (the Bog) · SILVER &amp; your own face (the Facets) · BLUE &amp; stairs into waiting water (the Under-Sea). Slate: “ONE OPENS TONIGHT.”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14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“the lakes” LOW as the arguing begins. Say nothing about it. Let it loop.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4290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argue FOR REAL. Every road pulls at someone’s Lost Thing. Do not rescue them. Someone hears “we’ll come back for yours” — that sentence is the campaign.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343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they commit: TURN IT UP. Press the Level-2 whisper. Read the crossing over the swell if you must — then not one more word.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Lanterns snuffed. Lights down. The song plays them out. THE MUSIC ENDS THE SESSION — NOT YOU.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ALL: the Feywild notices — Level 2 blooms on every phone, mid-crescendo.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Voices — posture over accents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423160" y="155448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hips. “love” or “trouble.”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155448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“Eat. The sea’s gone, not the porridge.”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Griff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423160" y="21214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Slow. Certain. Forty years of weather.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212140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tide got BOUGHT.”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423160" y="268833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hands. Dry kindness. No self-pity.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68833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“Sit. Hold this net.”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552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423160" y="32552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Unslept. Laughs at wrong moments.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25526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don’t LOSE eleven feet of horizon—”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221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 &amp; Hum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423160" y="38221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scraps held up · half-sung fragments.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82219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Slate: “TRUE ONES ONLY.”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Grey-Gill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423160" y="43891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gravel. Bubbles at the Court’s name.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438912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cards have been asking.”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560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423160" y="495604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the broken song. Weeps. Notices neither.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495604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(answers mid-hum, never stops)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5229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Appraiser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423160" y="55229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ABSENT. Empty chair. Coat on a hook.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552297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Everyone: “He’s out. Appraising.”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five — and how to make their night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Peaches · Aasimar Druid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94760" y="1554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sold in the Under-Sea; the alligator is the only witness. She carries the sea’s missing note.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0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seal-pup · Grey-Gill knowing her · let her mothering matter.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· Human Wizard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248716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un-written page by page. Fears nobody stays when the mask drops.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248716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IS his arc: Tarn, then the page. Let sincerity WORK.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4198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· Halfling Fighter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3419856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kill, chose gentleness. The Court files his convictions.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0" y="341985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someone behind him. And ASK HIS PLAYER: who was he following?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35254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Freya · Fairy Fighter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435254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vow (“no one I love suffers what I did”) reads as a STANDING OFFER.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435254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her menace be useful — wreckers fold at one look.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285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Freya Moon · Fairy Druid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528523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Heartbloom Grove’s last blossom. The blight was a purchase.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52852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chapel bell · the pendant · one big flashy spell moment.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 NEAR THE 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press, in order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Net Row, the twist → ✉ Billy: Tarn’s dark-sight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Salt shed, pup freed → ✉ Peaches: the shed song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Midway → ✉ Billy: the page · 🐌 derby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Grey-Gill → ✉ × 5, one at a time, slowly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Carousel → ✉ Peaches · ✉ Freya Moon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The dark → ✉ × 5 visions · 💓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Three Gates, on commitment → 🎵 UP · ✉ ALL: Level 2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E9F4F5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CARD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2148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LOST?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gold words again.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any button.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 do you do?”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minute? “Hold that thought — everyone else, what are you doing?”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lull? Draw a wonder.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2026-08-03T16:51:00Z</dcterms:created>
  <dcterms:modified xsi:type="dcterms:W3CDTF">2026-08-03T16:51:00Z</dcterms:modified>
</cp:coreProperties>
</file>